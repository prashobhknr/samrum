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64" r:id="rId5"/>
    <p:sldId id="259" r:id="rId6"/>
    <p:sldId id="266" r:id="rId7"/>
    <p:sldId id="260" r:id="rId8"/>
    <p:sldId id="268" r:id="rId9"/>
    <p:sldId id="269" r:id="rId10"/>
    <p:sldId id="267" r:id="rId11"/>
    <p:sldId id="261" r:id="rId12"/>
    <p:sldId id="270" r:id="rId13"/>
    <p:sldId id="262" r:id="rId14"/>
    <p:sldId id="271" r:id="rId15"/>
    <p:sldId id="263" r:id="rId16"/>
    <p:sldId id="273" r:id="rId17"/>
    <p:sldId id="274" r:id="rId18"/>
    <p:sldId id="272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-11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customXml" Target="../customXml/item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113231-7F78-4672-AFDB-9BB905D72B0C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sv-SE"/>
        </a:p>
      </dgm:t>
    </dgm:pt>
    <dgm:pt modelId="{DDF503B7-46A4-4682-B56A-082BBFE575AC}">
      <dgm:prSet phldrT="[Text]"/>
      <dgm:spPr/>
      <dgm:t>
        <a:bodyPr/>
        <a:lstStyle/>
        <a:p>
          <a:r>
            <a:rPr lang="sv-SE" dirty="0" smtClean="0"/>
            <a:t>Webbgränssnitt (ASP.NET med AJAX)</a:t>
          </a:r>
          <a:endParaRPr lang="sv-SE" dirty="0"/>
        </a:p>
      </dgm:t>
    </dgm:pt>
    <dgm:pt modelId="{374B6D8F-DD4D-4ED6-86B8-A1003C043A00}" type="parTrans" cxnId="{9CEBBDBC-AE80-470A-9EDC-52E96BB20B8F}">
      <dgm:prSet/>
      <dgm:spPr/>
      <dgm:t>
        <a:bodyPr/>
        <a:lstStyle/>
        <a:p>
          <a:endParaRPr lang="sv-SE"/>
        </a:p>
      </dgm:t>
    </dgm:pt>
    <dgm:pt modelId="{49E95E40-3699-46D1-8580-E70300B58CD0}" type="sibTrans" cxnId="{9CEBBDBC-AE80-470A-9EDC-52E96BB20B8F}">
      <dgm:prSet/>
      <dgm:spPr/>
      <dgm:t>
        <a:bodyPr/>
        <a:lstStyle/>
        <a:p>
          <a:endParaRPr lang="sv-SE"/>
        </a:p>
      </dgm:t>
    </dgm:pt>
    <dgm:pt modelId="{0DC95FE5-35C6-4289-B48F-B15B18506998}">
      <dgm:prSet phldrT="[Text]"/>
      <dgm:spPr/>
      <dgm:t>
        <a:bodyPr/>
        <a:lstStyle/>
        <a:p>
          <a:r>
            <a:rPr lang="sv-SE" dirty="0" smtClean="0"/>
            <a:t>Business Logic (VB.NET)</a:t>
          </a:r>
          <a:endParaRPr lang="sv-SE" dirty="0"/>
        </a:p>
      </dgm:t>
    </dgm:pt>
    <dgm:pt modelId="{03C4379D-8ABE-47C0-8410-B433DB8AB5D9}" type="parTrans" cxnId="{8243AA1B-A14F-4BEB-89B1-7DDCD31058E5}">
      <dgm:prSet/>
      <dgm:spPr/>
      <dgm:t>
        <a:bodyPr/>
        <a:lstStyle/>
        <a:p>
          <a:endParaRPr lang="sv-SE"/>
        </a:p>
      </dgm:t>
    </dgm:pt>
    <dgm:pt modelId="{614A2764-863D-4833-A7C7-9DD040AD36F8}" type="sibTrans" cxnId="{8243AA1B-A14F-4BEB-89B1-7DDCD31058E5}">
      <dgm:prSet/>
      <dgm:spPr/>
      <dgm:t>
        <a:bodyPr/>
        <a:lstStyle/>
        <a:p>
          <a:endParaRPr lang="sv-SE"/>
        </a:p>
      </dgm:t>
    </dgm:pt>
    <dgm:pt modelId="{68B9A9DE-BAFB-4C90-B44D-0D5220408E1B}">
      <dgm:prSet phldrT="[Text]"/>
      <dgm:spPr/>
      <dgm:t>
        <a:bodyPr/>
        <a:lstStyle/>
        <a:p>
          <a:r>
            <a:rPr lang="sv-SE" dirty="0" smtClean="0"/>
            <a:t>Persistence (VB.NET)</a:t>
          </a:r>
          <a:endParaRPr lang="sv-SE" dirty="0"/>
        </a:p>
      </dgm:t>
    </dgm:pt>
    <dgm:pt modelId="{4EA9B7DA-BC9C-48ED-BB7A-2EBB2B66F2A3}" type="parTrans" cxnId="{C2B1B600-E72D-45F6-9D67-B6A7F36BD1EB}">
      <dgm:prSet/>
      <dgm:spPr/>
      <dgm:t>
        <a:bodyPr/>
        <a:lstStyle/>
        <a:p>
          <a:endParaRPr lang="sv-SE"/>
        </a:p>
      </dgm:t>
    </dgm:pt>
    <dgm:pt modelId="{8D2E1D20-ED31-4E43-AEAF-E1C0BC3BC55C}" type="sibTrans" cxnId="{C2B1B600-E72D-45F6-9D67-B6A7F36BD1EB}">
      <dgm:prSet/>
      <dgm:spPr/>
      <dgm:t>
        <a:bodyPr/>
        <a:lstStyle/>
        <a:p>
          <a:endParaRPr lang="sv-SE"/>
        </a:p>
      </dgm:t>
    </dgm:pt>
    <dgm:pt modelId="{AA1BF895-A466-469F-8959-A565AE565BBE}">
      <dgm:prSet phldrT="[Text]"/>
      <dgm:spPr/>
      <dgm:t>
        <a:bodyPr/>
        <a:lstStyle/>
        <a:p>
          <a:r>
            <a:rPr lang="sv-SE" dirty="0" smtClean="0"/>
            <a:t>Databas (MS SQL Server 2005)</a:t>
          </a:r>
          <a:endParaRPr lang="sv-SE" dirty="0"/>
        </a:p>
      </dgm:t>
    </dgm:pt>
    <dgm:pt modelId="{FECE5B93-AC78-478E-8A1D-E04061E16BEA}" type="parTrans" cxnId="{304838FE-C769-46C0-9F46-AB4894578DD3}">
      <dgm:prSet/>
      <dgm:spPr/>
    </dgm:pt>
    <dgm:pt modelId="{D7BA557A-1E95-4A39-9CC3-BEBC9D36B0A6}" type="sibTrans" cxnId="{304838FE-C769-46C0-9F46-AB4894578DD3}">
      <dgm:prSet/>
      <dgm:spPr/>
    </dgm:pt>
    <dgm:pt modelId="{2E839CE0-EA0F-4F50-9E9C-78C515AA214D}" type="pres">
      <dgm:prSet presAssocID="{1A113231-7F78-4672-AFDB-9BB905D72B0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sv-SE"/>
        </a:p>
      </dgm:t>
    </dgm:pt>
    <dgm:pt modelId="{2B51D170-4706-4D02-A95B-4F950DAFFC24}" type="pres">
      <dgm:prSet presAssocID="{DDF503B7-46A4-4682-B56A-082BBFE575AC}" presName="vertOne" presStyleCnt="0"/>
      <dgm:spPr/>
    </dgm:pt>
    <dgm:pt modelId="{A7C3FA37-7DA3-4A77-B764-BE186ACA7BC6}" type="pres">
      <dgm:prSet presAssocID="{DDF503B7-46A4-4682-B56A-082BBFE575AC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sv-SE"/>
        </a:p>
      </dgm:t>
    </dgm:pt>
    <dgm:pt modelId="{EF674A09-0D9E-4379-9417-9F039EDB953E}" type="pres">
      <dgm:prSet presAssocID="{DDF503B7-46A4-4682-B56A-082BBFE575AC}" presName="parTransOne" presStyleCnt="0"/>
      <dgm:spPr/>
    </dgm:pt>
    <dgm:pt modelId="{54141C4A-B0A7-4943-AA62-A12EA6A963A6}" type="pres">
      <dgm:prSet presAssocID="{DDF503B7-46A4-4682-B56A-082BBFE575AC}" presName="horzOne" presStyleCnt="0"/>
      <dgm:spPr/>
    </dgm:pt>
    <dgm:pt modelId="{1172D403-CFC0-45DA-8FB6-40EB8A767A49}" type="pres">
      <dgm:prSet presAssocID="{0DC95FE5-35C6-4289-B48F-B15B18506998}" presName="vertTwo" presStyleCnt="0"/>
      <dgm:spPr/>
    </dgm:pt>
    <dgm:pt modelId="{3F65C0E1-219A-4692-BDD2-8B68362F5D90}" type="pres">
      <dgm:prSet presAssocID="{0DC95FE5-35C6-4289-B48F-B15B18506998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sv-SE"/>
        </a:p>
      </dgm:t>
    </dgm:pt>
    <dgm:pt modelId="{3A4DD3FF-6100-4A67-BA4C-1B172AB50F0E}" type="pres">
      <dgm:prSet presAssocID="{0DC95FE5-35C6-4289-B48F-B15B18506998}" presName="parTransTwo" presStyleCnt="0"/>
      <dgm:spPr/>
    </dgm:pt>
    <dgm:pt modelId="{F1B2E9BB-AFB3-4BAE-BA9B-78A9AA2F71CC}" type="pres">
      <dgm:prSet presAssocID="{0DC95FE5-35C6-4289-B48F-B15B18506998}" presName="horzTwo" presStyleCnt="0"/>
      <dgm:spPr/>
    </dgm:pt>
    <dgm:pt modelId="{49627EA3-2DAD-47D5-8A94-E4496157EDB2}" type="pres">
      <dgm:prSet presAssocID="{68B9A9DE-BAFB-4C90-B44D-0D5220408E1B}" presName="vertThree" presStyleCnt="0"/>
      <dgm:spPr/>
    </dgm:pt>
    <dgm:pt modelId="{7E947E75-40BD-4CCD-8CA0-894046BAA7D0}" type="pres">
      <dgm:prSet presAssocID="{68B9A9DE-BAFB-4C90-B44D-0D5220408E1B}" presName="txThre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sv-SE"/>
        </a:p>
      </dgm:t>
    </dgm:pt>
    <dgm:pt modelId="{78F7C24D-EF88-4D6D-9A01-59EDA4668099}" type="pres">
      <dgm:prSet presAssocID="{68B9A9DE-BAFB-4C90-B44D-0D5220408E1B}" presName="parTransThree" presStyleCnt="0"/>
      <dgm:spPr/>
    </dgm:pt>
    <dgm:pt modelId="{6B07BE72-B5DC-49FB-A6B7-A0E748DB4334}" type="pres">
      <dgm:prSet presAssocID="{68B9A9DE-BAFB-4C90-B44D-0D5220408E1B}" presName="horzThree" presStyleCnt="0"/>
      <dgm:spPr/>
    </dgm:pt>
    <dgm:pt modelId="{37D965F8-CDFC-4DF6-A2E5-D2A7F3306D01}" type="pres">
      <dgm:prSet presAssocID="{AA1BF895-A466-469F-8959-A565AE565BBE}" presName="vertFour" presStyleCnt="0">
        <dgm:presLayoutVars>
          <dgm:chPref val="3"/>
        </dgm:presLayoutVars>
      </dgm:prSet>
      <dgm:spPr/>
    </dgm:pt>
    <dgm:pt modelId="{0C5B0DBD-730A-404F-A05E-90206219AB76}" type="pres">
      <dgm:prSet presAssocID="{AA1BF895-A466-469F-8959-A565AE565BBE}" presName="txFour" presStyleLbl="node4" presStyleIdx="0" presStyleCnt="1">
        <dgm:presLayoutVars>
          <dgm:chPref val="3"/>
        </dgm:presLayoutVars>
      </dgm:prSet>
      <dgm:spPr/>
      <dgm:t>
        <a:bodyPr/>
        <a:lstStyle/>
        <a:p>
          <a:endParaRPr lang="sv-SE"/>
        </a:p>
      </dgm:t>
    </dgm:pt>
    <dgm:pt modelId="{1DAD8C43-3F49-4CFB-8B90-46E84FA75023}" type="pres">
      <dgm:prSet presAssocID="{AA1BF895-A466-469F-8959-A565AE565BBE}" presName="horzFour" presStyleCnt="0"/>
      <dgm:spPr/>
    </dgm:pt>
  </dgm:ptLst>
  <dgm:cxnLst>
    <dgm:cxn modelId="{30B9970D-B892-4E50-8C67-772C171C1D0B}" type="presOf" srcId="{0DC95FE5-35C6-4289-B48F-B15B18506998}" destId="{3F65C0E1-219A-4692-BDD2-8B68362F5D90}" srcOrd="0" destOrd="0" presId="urn:microsoft.com/office/officeart/2005/8/layout/hierarchy4"/>
    <dgm:cxn modelId="{8243AA1B-A14F-4BEB-89B1-7DDCD31058E5}" srcId="{DDF503B7-46A4-4682-B56A-082BBFE575AC}" destId="{0DC95FE5-35C6-4289-B48F-B15B18506998}" srcOrd="0" destOrd="0" parTransId="{03C4379D-8ABE-47C0-8410-B433DB8AB5D9}" sibTransId="{614A2764-863D-4833-A7C7-9DD040AD36F8}"/>
    <dgm:cxn modelId="{44E1B7B0-7221-428D-B606-41D719EA29BC}" type="presOf" srcId="{68B9A9DE-BAFB-4C90-B44D-0D5220408E1B}" destId="{7E947E75-40BD-4CCD-8CA0-894046BAA7D0}" srcOrd="0" destOrd="0" presId="urn:microsoft.com/office/officeart/2005/8/layout/hierarchy4"/>
    <dgm:cxn modelId="{90842D5A-7B30-4752-A79E-A0BD23653E69}" type="presOf" srcId="{AA1BF895-A466-469F-8959-A565AE565BBE}" destId="{0C5B0DBD-730A-404F-A05E-90206219AB76}" srcOrd="0" destOrd="0" presId="urn:microsoft.com/office/officeart/2005/8/layout/hierarchy4"/>
    <dgm:cxn modelId="{C2B1B600-E72D-45F6-9D67-B6A7F36BD1EB}" srcId="{0DC95FE5-35C6-4289-B48F-B15B18506998}" destId="{68B9A9DE-BAFB-4C90-B44D-0D5220408E1B}" srcOrd="0" destOrd="0" parTransId="{4EA9B7DA-BC9C-48ED-BB7A-2EBB2B66F2A3}" sibTransId="{8D2E1D20-ED31-4E43-AEAF-E1C0BC3BC55C}"/>
    <dgm:cxn modelId="{304838FE-C769-46C0-9F46-AB4894578DD3}" srcId="{68B9A9DE-BAFB-4C90-B44D-0D5220408E1B}" destId="{AA1BF895-A466-469F-8959-A565AE565BBE}" srcOrd="0" destOrd="0" parTransId="{FECE5B93-AC78-478E-8A1D-E04061E16BEA}" sibTransId="{D7BA557A-1E95-4A39-9CC3-BEBC9D36B0A6}"/>
    <dgm:cxn modelId="{9CEBBDBC-AE80-470A-9EDC-52E96BB20B8F}" srcId="{1A113231-7F78-4672-AFDB-9BB905D72B0C}" destId="{DDF503B7-46A4-4682-B56A-082BBFE575AC}" srcOrd="0" destOrd="0" parTransId="{374B6D8F-DD4D-4ED6-86B8-A1003C043A00}" sibTransId="{49E95E40-3699-46D1-8580-E70300B58CD0}"/>
    <dgm:cxn modelId="{3BAE0DFB-DA91-40E3-968D-7E70D4F09CE5}" type="presOf" srcId="{1A113231-7F78-4672-AFDB-9BB905D72B0C}" destId="{2E839CE0-EA0F-4F50-9E9C-78C515AA214D}" srcOrd="0" destOrd="0" presId="urn:microsoft.com/office/officeart/2005/8/layout/hierarchy4"/>
    <dgm:cxn modelId="{9825FAAB-1831-4741-8B97-7FAEBA31D9B9}" type="presOf" srcId="{DDF503B7-46A4-4682-B56A-082BBFE575AC}" destId="{A7C3FA37-7DA3-4A77-B764-BE186ACA7BC6}" srcOrd="0" destOrd="0" presId="urn:microsoft.com/office/officeart/2005/8/layout/hierarchy4"/>
    <dgm:cxn modelId="{3E0E0393-080A-4858-B3AE-CE5BF6D46779}" type="presParOf" srcId="{2E839CE0-EA0F-4F50-9E9C-78C515AA214D}" destId="{2B51D170-4706-4D02-A95B-4F950DAFFC24}" srcOrd="0" destOrd="0" presId="urn:microsoft.com/office/officeart/2005/8/layout/hierarchy4"/>
    <dgm:cxn modelId="{BB8D4FB3-7AF8-4818-A4B5-282E02EF6F52}" type="presParOf" srcId="{2B51D170-4706-4D02-A95B-4F950DAFFC24}" destId="{A7C3FA37-7DA3-4A77-B764-BE186ACA7BC6}" srcOrd="0" destOrd="0" presId="urn:microsoft.com/office/officeart/2005/8/layout/hierarchy4"/>
    <dgm:cxn modelId="{E52E6FC9-65AE-436A-9442-8101F588DE70}" type="presParOf" srcId="{2B51D170-4706-4D02-A95B-4F950DAFFC24}" destId="{EF674A09-0D9E-4379-9417-9F039EDB953E}" srcOrd="1" destOrd="0" presId="urn:microsoft.com/office/officeart/2005/8/layout/hierarchy4"/>
    <dgm:cxn modelId="{EEA3DB58-2DBB-4B2B-9FA6-CF8349A0F97E}" type="presParOf" srcId="{2B51D170-4706-4D02-A95B-4F950DAFFC24}" destId="{54141C4A-B0A7-4943-AA62-A12EA6A963A6}" srcOrd="2" destOrd="0" presId="urn:microsoft.com/office/officeart/2005/8/layout/hierarchy4"/>
    <dgm:cxn modelId="{DB5D6A2C-F7B3-436A-85BC-25F6768E1CE4}" type="presParOf" srcId="{54141C4A-B0A7-4943-AA62-A12EA6A963A6}" destId="{1172D403-CFC0-45DA-8FB6-40EB8A767A49}" srcOrd="0" destOrd="0" presId="urn:microsoft.com/office/officeart/2005/8/layout/hierarchy4"/>
    <dgm:cxn modelId="{2358A18D-40CD-40F1-AEAC-6339FFC5FA20}" type="presParOf" srcId="{1172D403-CFC0-45DA-8FB6-40EB8A767A49}" destId="{3F65C0E1-219A-4692-BDD2-8B68362F5D90}" srcOrd="0" destOrd="0" presId="urn:microsoft.com/office/officeart/2005/8/layout/hierarchy4"/>
    <dgm:cxn modelId="{BECEEAED-AFB9-41BF-A623-D6034FBFEB52}" type="presParOf" srcId="{1172D403-CFC0-45DA-8FB6-40EB8A767A49}" destId="{3A4DD3FF-6100-4A67-BA4C-1B172AB50F0E}" srcOrd="1" destOrd="0" presId="urn:microsoft.com/office/officeart/2005/8/layout/hierarchy4"/>
    <dgm:cxn modelId="{85F46442-41A3-4825-8ED1-F28E65053831}" type="presParOf" srcId="{1172D403-CFC0-45DA-8FB6-40EB8A767A49}" destId="{F1B2E9BB-AFB3-4BAE-BA9B-78A9AA2F71CC}" srcOrd="2" destOrd="0" presId="urn:microsoft.com/office/officeart/2005/8/layout/hierarchy4"/>
    <dgm:cxn modelId="{5387C646-D8C2-4DED-827E-FB306AFF3C8E}" type="presParOf" srcId="{F1B2E9BB-AFB3-4BAE-BA9B-78A9AA2F71CC}" destId="{49627EA3-2DAD-47D5-8A94-E4496157EDB2}" srcOrd="0" destOrd="0" presId="urn:microsoft.com/office/officeart/2005/8/layout/hierarchy4"/>
    <dgm:cxn modelId="{E5FE614D-13F1-4904-B865-128EC413D32D}" type="presParOf" srcId="{49627EA3-2DAD-47D5-8A94-E4496157EDB2}" destId="{7E947E75-40BD-4CCD-8CA0-894046BAA7D0}" srcOrd="0" destOrd="0" presId="urn:microsoft.com/office/officeart/2005/8/layout/hierarchy4"/>
    <dgm:cxn modelId="{4357CA41-447E-471F-9D08-54E80CE0C23D}" type="presParOf" srcId="{49627EA3-2DAD-47D5-8A94-E4496157EDB2}" destId="{78F7C24D-EF88-4D6D-9A01-59EDA4668099}" srcOrd="1" destOrd="0" presId="urn:microsoft.com/office/officeart/2005/8/layout/hierarchy4"/>
    <dgm:cxn modelId="{069FC603-1D99-4BC4-87FE-A9EC09759DB8}" type="presParOf" srcId="{49627EA3-2DAD-47D5-8A94-E4496157EDB2}" destId="{6B07BE72-B5DC-49FB-A6B7-A0E748DB4334}" srcOrd="2" destOrd="0" presId="urn:microsoft.com/office/officeart/2005/8/layout/hierarchy4"/>
    <dgm:cxn modelId="{19F23119-3FBA-4600-9E3F-C35242940E54}" type="presParOf" srcId="{6B07BE72-B5DC-49FB-A6B7-A0E748DB4334}" destId="{37D965F8-CDFC-4DF6-A2E5-D2A7F3306D01}" srcOrd="0" destOrd="0" presId="urn:microsoft.com/office/officeart/2005/8/layout/hierarchy4"/>
    <dgm:cxn modelId="{C51280B1-2B7D-4B87-BEF7-00DED12E7DE6}" type="presParOf" srcId="{37D965F8-CDFC-4DF6-A2E5-D2A7F3306D01}" destId="{0C5B0DBD-730A-404F-A05E-90206219AB76}" srcOrd="0" destOrd="0" presId="urn:microsoft.com/office/officeart/2005/8/layout/hierarchy4"/>
    <dgm:cxn modelId="{80316E2A-6804-491B-980F-E94657F9BCF3}" type="presParOf" srcId="{37D965F8-CDFC-4DF6-A2E5-D2A7F3306D01}" destId="{1DAD8C43-3F49-4CFB-8B90-46E84FA7502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7C3FA37-7DA3-4A77-B764-BE186ACA7BC6}">
      <dsp:nvSpPr>
        <dsp:cNvPr id="0" name=""/>
        <dsp:cNvSpPr/>
      </dsp:nvSpPr>
      <dsp:spPr>
        <a:xfrm>
          <a:off x="4018" y="824"/>
          <a:ext cx="8221563" cy="10508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v-SE" sz="4100" kern="1200" dirty="0" smtClean="0"/>
            <a:t>Webbgränssnitt (ASP.NET med AJAX)</a:t>
          </a:r>
          <a:endParaRPr lang="sv-SE" sz="4100" kern="1200" dirty="0"/>
        </a:p>
      </dsp:txBody>
      <dsp:txXfrm>
        <a:off x="4018" y="824"/>
        <a:ext cx="8221563" cy="1050827"/>
      </dsp:txXfrm>
    </dsp:sp>
    <dsp:sp modelId="{3F65C0E1-219A-4692-BDD2-8B68362F5D90}">
      <dsp:nvSpPr>
        <dsp:cNvPr id="0" name=""/>
        <dsp:cNvSpPr/>
      </dsp:nvSpPr>
      <dsp:spPr>
        <a:xfrm>
          <a:off x="4018" y="1158653"/>
          <a:ext cx="8221563" cy="10508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v-SE" sz="4100" kern="1200" dirty="0" smtClean="0"/>
            <a:t>Business Logic (VB.NET)</a:t>
          </a:r>
          <a:endParaRPr lang="sv-SE" sz="4100" kern="1200" dirty="0"/>
        </a:p>
      </dsp:txBody>
      <dsp:txXfrm>
        <a:off x="4018" y="1158653"/>
        <a:ext cx="8221563" cy="1050827"/>
      </dsp:txXfrm>
    </dsp:sp>
    <dsp:sp modelId="{7E947E75-40BD-4CCD-8CA0-894046BAA7D0}">
      <dsp:nvSpPr>
        <dsp:cNvPr id="0" name=""/>
        <dsp:cNvSpPr/>
      </dsp:nvSpPr>
      <dsp:spPr>
        <a:xfrm>
          <a:off x="4018" y="2316481"/>
          <a:ext cx="8221563" cy="10508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v-SE" sz="4100" kern="1200" dirty="0" smtClean="0"/>
            <a:t>Persistence (VB.NET)</a:t>
          </a:r>
          <a:endParaRPr lang="sv-SE" sz="4100" kern="1200" dirty="0"/>
        </a:p>
      </dsp:txBody>
      <dsp:txXfrm>
        <a:off x="4018" y="2316481"/>
        <a:ext cx="8221563" cy="1050827"/>
      </dsp:txXfrm>
    </dsp:sp>
    <dsp:sp modelId="{0C5B0DBD-730A-404F-A05E-90206219AB76}">
      <dsp:nvSpPr>
        <dsp:cNvPr id="0" name=""/>
        <dsp:cNvSpPr/>
      </dsp:nvSpPr>
      <dsp:spPr>
        <a:xfrm>
          <a:off x="4018" y="3474310"/>
          <a:ext cx="8221563" cy="10508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v-SE" sz="4100" kern="1200" dirty="0" smtClean="0"/>
            <a:t>Databas (MS SQL Server 2005)</a:t>
          </a:r>
          <a:endParaRPr lang="sv-SE" sz="4100" kern="1200" dirty="0"/>
        </a:p>
      </dsp:txBody>
      <dsp:txXfrm>
        <a:off x="4018" y="3474310"/>
        <a:ext cx="8221563" cy="1050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Databasstruktur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sv-SE" b="1" dirty="0" smtClean="0"/>
              <a:t>Masterdatabas</a:t>
            </a:r>
          </a:p>
          <a:p>
            <a:pPr marL="0">
              <a:buNone/>
            </a:pPr>
            <a:r>
              <a:rPr lang="sv-SE" dirty="0" smtClean="0"/>
              <a:t>Styr vilka användare som har tillgång till vilka projektdatabaser. Behövs inte om man bara har ett projekt.</a:t>
            </a:r>
          </a:p>
          <a:p>
            <a:pPr marL="0">
              <a:buNone/>
            </a:pPr>
            <a:endParaRPr lang="sv-SE" dirty="0" smtClean="0"/>
          </a:p>
          <a:p>
            <a:pPr>
              <a:buNone/>
            </a:pPr>
            <a:r>
              <a:rPr lang="sv-SE" b="1" dirty="0" smtClean="0"/>
              <a:t>Strukturdatabas</a:t>
            </a:r>
          </a:p>
          <a:p>
            <a:pPr marL="0">
              <a:buNone/>
            </a:pPr>
            <a:r>
              <a:rPr lang="sv-SE" dirty="0" smtClean="0"/>
              <a:t>Innehåller Samrums databasstruktur och regelverk.</a:t>
            </a:r>
          </a:p>
          <a:p>
            <a:pPr>
              <a:buNone/>
            </a:pPr>
            <a:endParaRPr lang="sv-SE" dirty="0" smtClean="0"/>
          </a:p>
          <a:p>
            <a:pPr>
              <a:buNone/>
            </a:pPr>
            <a:r>
              <a:rPr lang="sv-SE" b="1" dirty="0" smtClean="0"/>
              <a:t>Projektdatabas</a:t>
            </a:r>
          </a:p>
          <a:p>
            <a:pPr marL="0">
              <a:buNone/>
            </a:pPr>
            <a:r>
              <a:rPr lang="sv-SE" dirty="0" smtClean="0"/>
              <a:t>Innehåller objektdata och övrigt som är unikt för ett projekt. Kan vara samma fysiska databas som strukturdatabasen</a:t>
            </a:r>
          </a:p>
          <a:p>
            <a:pPr>
              <a:buNone/>
            </a:pPr>
            <a:endParaRPr lang="sv-S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sv-SE" dirty="0" smtClean="0"/>
              <a:t>Strukturtabeller</a:t>
            </a:r>
            <a:endParaRPr lang="sv-S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v-SE" dirty="0" smtClean="0"/>
              <a:t>Tillgängliga i projektdatabaserna genom vyer.</a:t>
            </a:r>
          </a:p>
          <a:p>
            <a:r>
              <a:rPr lang="sv-SE" dirty="0" smtClean="0"/>
              <a:t>OT_ObectType</a:t>
            </a:r>
          </a:p>
          <a:p>
            <a:pPr lvl="1"/>
            <a:r>
              <a:rPr lang="sv-SE" dirty="0" smtClean="0"/>
              <a:t>Motsvarar en klass eller en tabell i en relationsdatabas</a:t>
            </a:r>
          </a:p>
          <a:p>
            <a:pPr lvl="1"/>
            <a:r>
              <a:rPr lang="sv-SE" dirty="0" smtClean="0"/>
              <a:t>Innehåller systemdefinierade enkla typer (ex. text, datum, bild) och användardefinierade typer (ex. dörr, rum)</a:t>
            </a:r>
          </a:p>
          <a:p>
            <a:r>
              <a:rPr lang="sv-SE" dirty="0" smtClean="0"/>
              <a:t>OTR_ObjectTypeRelationship</a:t>
            </a:r>
          </a:p>
          <a:p>
            <a:pPr lvl="1"/>
            <a:r>
              <a:rPr lang="sv-SE" dirty="0" smtClean="0"/>
              <a:t>Innehåller attribut för objekttyper. </a:t>
            </a:r>
          </a:p>
          <a:p>
            <a:pPr lvl="1"/>
            <a:r>
              <a:rPr lang="sv-SE" dirty="0" smtClean="0"/>
              <a:t>Motsvarar en egenskap för en klass eller en kolumn för en tabell</a:t>
            </a:r>
          </a:p>
          <a:p>
            <a:pPr lvl="1"/>
            <a:r>
              <a:rPr lang="sv-SE" dirty="0" smtClean="0"/>
              <a:t>En relation mellan två OT_ObjectType med information om contraints etc.</a:t>
            </a:r>
          </a:p>
          <a:p>
            <a:endParaRPr lang="sv-S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sv-SE" dirty="0" smtClean="0"/>
              <a:t>Strukturtabeller</a:t>
            </a:r>
            <a:endParaRPr lang="sv-S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dirty="0" smtClean="0"/>
              <a:t>PMO_ProjectModule</a:t>
            </a:r>
          </a:p>
          <a:p>
            <a:pPr lvl="1"/>
            <a:r>
              <a:rPr lang="sv-SE" dirty="0" smtClean="0"/>
              <a:t>Innehåller moduler med information om regler för versionslåsning</a:t>
            </a:r>
          </a:p>
          <a:p>
            <a:r>
              <a:rPr lang="sv-SE" dirty="0" smtClean="0"/>
              <a:t>OTM_ProjectModuleObjectType</a:t>
            </a:r>
          </a:p>
          <a:p>
            <a:pPr lvl="1"/>
            <a:r>
              <a:rPr lang="sv-SE" dirty="0" smtClean="0"/>
              <a:t>Bestämmer för vilka objekttyper det går att skapa/ändra/radera objekt i de olika modulerna.</a:t>
            </a:r>
          </a:p>
          <a:p>
            <a:r>
              <a:rPr lang="sv-SE" dirty="0" smtClean="0"/>
              <a:t>OTRM_ProjectModuleObjectTypeRelationship</a:t>
            </a:r>
          </a:p>
          <a:p>
            <a:pPr lvl="1"/>
            <a:r>
              <a:rPr lang="sv-SE" dirty="0" smtClean="0"/>
              <a:t>Bestämmer vilka attribut som kan visas/ändras i de olika modulerna.</a:t>
            </a:r>
          </a:p>
          <a:p>
            <a:endParaRPr lang="sv-S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sv-SE" dirty="0" smtClean="0"/>
              <a:t>Strukturtabeller</a:t>
            </a:r>
            <a:endParaRPr lang="sv-SE" dirty="0"/>
          </a:p>
        </p:txBody>
      </p:sp>
      <p:pic>
        <p:nvPicPr>
          <p:cNvPr id="8" name="Content Placeholder 7" descr="Struktu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94096" y="1600200"/>
            <a:ext cx="5155808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Objekttabeller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dirty="0" smtClean="0"/>
              <a:t>OB_ObjectInstance</a:t>
            </a:r>
          </a:p>
          <a:p>
            <a:pPr lvl="1"/>
            <a:r>
              <a:rPr lang="sv-SE" dirty="0" smtClean="0"/>
              <a:t>Motsvarar ett objekt av en klass eller en rad i en tabell</a:t>
            </a:r>
          </a:p>
          <a:p>
            <a:pPr lvl="1"/>
            <a:r>
              <a:rPr lang="sv-SE" dirty="0" smtClean="0"/>
              <a:t>Är av en OT_ObjectType</a:t>
            </a:r>
          </a:p>
          <a:p>
            <a:pPr lvl="1"/>
            <a:r>
              <a:rPr lang="sv-SE" dirty="0" smtClean="0"/>
              <a:t>Data lagras i ett av fälten OB_StringValue, OB_NumericValue, OB_BlobValue, OB_DateValue eller OB_BooleanValue</a:t>
            </a:r>
          </a:p>
          <a:p>
            <a:r>
              <a:rPr lang="sv-SE" dirty="0" smtClean="0"/>
              <a:t>OR_ObjectRelation</a:t>
            </a:r>
          </a:p>
          <a:p>
            <a:pPr lvl="1"/>
            <a:r>
              <a:rPr lang="sv-SE" dirty="0" smtClean="0"/>
              <a:t>En relation mellan två OB_ObjectInstance</a:t>
            </a:r>
          </a:p>
          <a:p>
            <a:pPr lvl="1"/>
            <a:r>
              <a:rPr lang="sv-SE" dirty="0" smtClean="0"/>
              <a:t>Motsvarar ett värde för en egenskap hos en klass eller cellinnehållet för en rad/kolumn i en tabell</a:t>
            </a:r>
          </a:p>
          <a:p>
            <a:pPr lvl="1"/>
            <a:r>
              <a:rPr lang="sv-SE" dirty="0" smtClean="0"/>
              <a:t>Är av en OTR_ObjectTypeRelationship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Objekttabeller</a:t>
            </a:r>
            <a:endParaRPr lang="sv-SE" dirty="0"/>
          </a:p>
        </p:txBody>
      </p:sp>
      <p:pic>
        <p:nvPicPr>
          <p:cNvPr id="8" name="Content Placeholder 7" descr="Objek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28120" y="1600200"/>
            <a:ext cx="5287759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Versionshantering</a:t>
            </a:r>
            <a:endParaRPr lang="sv-S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smtClean="0"/>
              <a:t>Versionshanteringen aktiveras efter att en låst version har skapats.</a:t>
            </a:r>
          </a:p>
          <a:p>
            <a:r>
              <a:rPr lang="sv-SE" dirty="0" smtClean="0"/>
              <a:t>Samtliga ändringar i objektdata genererar spårningsinformation efter att versionshanteringen i har aktiverats.</a:t>
            </a:r>
          </a:p>
          <a:p>
            <a:r>
              <a:rPr lang="sv-SE" dirty="0" smtClean="0"/>
              <a:t>Versionshanteringen arbetar på databasnivå med triggers så att även ändringar som görs direkt i den fysiska databasen kan spåras.</a:t>
            </a:r>
            <a:endParaRPr lang="sv-S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Versionshantering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v-SE" dirty="0" smtClean="0"/>
              <a:t>ME_ModifyEvent</a:t>
            </a:r>
          </a:p>
          <a:p>
            <a:pPr lvl="1"/>
            <a:r>
              <a:rPr lang="sv-SE" dirty="0" smtClean="0"/>
              <a:t>Innehåller endast ID och tidpunkten för skapandet av raden.</a:t>
            </a:r>
          </a:p>
          <a:p>
            <a:pPr lvl="1"/>
            <a:r>
              <a:rPr lang="sv-SE" dirty="0" smtClean="0"/>
              <a:t>Varje ändring (ny, ändrad eller borttagen rad) som sker i OB_ObjectInstance eller OR_ObjectRelation genererar en ny rad i ME_ModifyEvent. Samma sak händer när en ny version skapas.</a:t>
            </a:r>
          </a:p>
          <a:p>
            <a:pPr lvl="1"/>
            <a:r>
              <a:rPr lang="sv-SE" dirty="0" smtClean="0"/>
              <a:t>Vid ny rad sätts ME_ID_CreatedEvent och ME_ID_ChangedEvent till ID för den nya raden i ME_ModifyEvent.</a:t>
            </a:r>
          </a:p>
          <a:p>
            <a:pPr lvl="1"/>
            <a:r>
              <a:rPr lang="sv-SE" dirty="0" smtClean="0"/>
              <a:t>Vid borttagen rad sätts ME_ID_DeletedEvent till ID för den nya raden i ME_ModifyEvent.</a:t>
            </a:r>
          </a:p>
          <a:p>
            <a:pPr lvl="1"/>
            <a:r>
              <a:rPr lang="sv-SE" dirty="0" smtClean="0"/>
              <a:t>Vid ändrad rad skapas en kopia av den befintliga raden (innan ändringen). ME_ID_DeletedEvent för kopian och ME_ID_ChangedEvent för originalraden sätts till ID för den nya raden i ModifyEvent.</a:t>
            </a:r>
          </a:p>
          <a:p>
            <a:pPr lvl="2"/>
            <a:r>
              <a:rPr lang="sv-SE" dirty="0" smtClean="0"/>
              <a:t>Kopior av eventuella underliggande attribut skapas också för att få en komplett version av objektet innan ändring.</a:t>
            </a:r>
            <a:endParaRPr lang="sv-S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Versionshantering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dirty="0" smtClean="0"/>
              <a:t>PM_Memo</a:t>
            </a:r>
          </a:p>
          <a:p>
            <a:pPr lvl="1"/>
            <a:r>
              <a:rPr lang="sv-SE" dirty="0" smtClean="0"/>
              <a:t>Innehåller de PM som anges vid ändring av objekt i en låst modul.</a:t>
            </a:r>
          </a:p>
          <a:p>
            <a:pPr lvl="1"/>
            <a:r>
              <a:rPr lang="sv-SE" dirty="0" smtClean="0"/>
              <a:t>Är knutet till det objekt som ändringen berör.</a:t>
            </a:r>
          </a:p>
          <a:p>
            <a:r>
              <a:rPr lang="sv-SE" dirty="0" smtClean="0"/>
              <a:t>MEM_ModifyEventMemo</a:t>
            </a:r>
          </a:p>
          <a:p>
            <a:pPr lvl="1"/>
            <a:r>
              <a:rPr lang="sv-SE" dirty="0" smtClean="0"/>
              <a:t>Anger</a:t>
            </a:r>
            <a:r>
              <a:rPr lang="sv-SE" dirty="0" smtClean="0"/>
              <a:t> </a:t>
            </a:r>
            <a:r>
              <a:rPr lang="sv-SE" dirty="0" smtClean="0"/>
              <a:t>för vilka ModifyEvents ett PM gäller.</a:t>
            </a:r>
          </a:p>
          <a:p>
            <a:r>
              <a:rPr lang="sv-SE" dirty="0" smtClean="0"/>
              <a:t>MVS_ModuleVersion</a:t>
            </a:r>
          </a:p>
          <a:p>
            <a:pPr lvl="1"/>
            <a:r>
              <a:rPr lang="sv-SE" dirty="0" smtClean="0"/>
              <a:t>Innehåller versioner av moduler.</a:t>
            </a:r>
          </a:p>
          <a:p>
            <a:pPr lvl="1"/>
            <a:r>
              <a:rPr lang="sv-SE" dirty="0" smtClean="0"/>
              <a:t>Är knutet till den modul som versionen gäller för och det ModifyEvent som skapades vid i samband med versionslåsningen.</a:t>
            </a:r>
          </a:p>
          <a:p>
            <a:endParaRPr lang="sv-SE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Versionshantering</a:t>
            </a:r>
            <a:endParaRPr lang="sv-SE" dirty="0"/>
          </a:p>
        </p:txBody>
      </p:sp>
      <p:pic>
        <p:nvPicPr>
          <p:cNvPr id="6" name="Content Placeholder 5" descr="Versionshanter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27736" y="1600200"/>
            <a:ext cx="5488527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Vyhantering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v-SE" dirty="0" smtClean="0"/>
              <a:t>Samrum-vyer skapas med en modul och en objekttyp som utgångspunkt och innehåller information om vilka attribut som ska ingå i databasvyn.</a:t>
            </a:r>
          </a:p>
          <a:p>
            <a:r>
              <a:rPr lang="sv-SE" dirty="0" smtClean="0"/>
              <a:t>Attribut kan ingå på samtliga nivåer som är synliga i modulen, alltså flera steg under rotobekttypen i trädstrukturen.</a:t>
            </a:r>
          </a:p>
          <a:p>
            <a:r>
              <a:rPr lang="sv-SE" dirty="0" smtClean="0"/>
              <a:t>Attribut som kan innehålla flera objekt bör inte ingå i rapportvyer. Istället skapas en separat vy för dessa.</a:t>
            </a:r>
          </a:p>
          <a:p>
            <a:r>
              <a:rPr lang="sv-SE" dirty="0" smtClean="0"/>
              <a:t>När en Samrum-vy sparas, genereras motsvarande databasvy i samtliga projektdatabaser som är knutna till den aktuella strukturdatabasen.</a:t>
            </a:r>
          </a:p>
          <a:p>
            <a:pPr lvl="1"/>
            <a:r>
              <a:rPr lang="sv-SE" dirty="0" smtClean="0"/>
              <a:t>Databasvyn innehåller två kolumner för varje valt attribut. En kolumn för attributvärdet och en för attributvärdets OB_ID. Detta för att kunna länka attributet till underrapporter.</a:t>
            </a:r>
          </a:p>
          <a:p>
            <a:pPr lvl="1"/>
            <a:r>
              <a:rPr lang="sv-SE" dirty="0" smtClean="0"/>
              <a:t>Kolumnernas namn motsvarar sökvägen från rotobjekttypen till det attribut som kolumnen motsvarar.</a:t>
            </a:r>
            <a:endParaRPr lang="sv-S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Vyhantering</a:t>
            </a:r>
            <a:endParaRPr lang="sv-SE" dirty="0"/>
          </a:p>
        </p:txBody>
      </p:sp>
      <p:pic>
        <p:nvPicPr>
          <p:cNvPr id="6" name="Content Placeholder 5" descr="Vyhanter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29104" y="1600200"/>
            <a:ext cx="4885791" cy="452596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Rapporthantering</a:t>
            </a:r>
            <a:endParaRPr lang="sv-S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v-SE" dirty="0" smtClean="0"/>
              <a:t>RD_ReportDefinition</a:t>
            </a:r>
          </a:p>
          <a:p>
            <a:pPr lvl="1"/>
            <a:r>
              <a:rPr lang="sv-SE" dirty="0" smtClean="0"/>
              <a:t>En rapportdefinition definierar hur en rapport är uppbyggd. Ex. Vilka parametrar som skickas till den.</a:t>
            </a:r>
          </a:p>
          <a:p>
            <a:pPr lvl="1"/>
            <a:r>
              <a:rPr lang="sv-SE" dirty="0" smtClean="0"/>
              <a:t>Är systemdefinierade. Varje ny rapportdefinition kräver utveckling i applikationen.</a:t>
            </a:r>
          </a:p>
          <a:p>
            <a:r>
              <a:rPr lang="sv-SE" dirty="0" smtClean="0"/>
              <a:t>RDE_ReportDesign</a:t>
            </a:r>
          </a:p>
          <a:p>
            <a:pPr lvl="1"/>
            <a:r>
              <a:rPr lang="sv-SE" dirty="0" smtClean="0"/>
              <a:t>Motsvarar en RDL-fil i Reporting Services.</a:t>
            </a:r>
          </a:p>
          <a:p>
            <a:pPr lvl="1"/>
            <a:r>
              <a:rPr lang="sv-SE" dirty="0" smtClean="0"/>
              <a:t>Är av en RD_ReportDefinition.</a:t>
            </a:r>
          </a:p>
          <a:p>
            <a:pPr lvl="1"/>
            <a:r>
              <a:rPr lang="sv-SE" dirty="0" smtClean="0"/>
              <a:t>Kan vara knutna till en eller flera objekttyper och/eller moduler. Detta avgör var rapporten är synlig i systemet.</a:t>
            </a:r>
          </a:p>
          <a:p>
            <a:r>
              <a:rPr lang="sv-SE" dirty="0" smtClean="0"/>
              <a:t>RSP_ReportSelectionParameter</a:t>
            </a:r>
          </a:p>
          <a:p>
            <a:pPr lvl="1"/>
            <a:r>
              <a:rPr lang="sv-SE" dirty="0" smtClean="0"/>
              <a:t>Vid rapportöppning skapas en rad för varje valt objekt med ett gemensamt GUID. Detta GUID skickas som parameter till rapporten.</a:t>
            </a:r>
          </a:p>
          <a:p>
            <a:endParaRPr lang="sv-SE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Rapporthantering</a:t>
            </a:r>
            <a:endParaRPr lang="sv-SE" dirty="0"/>
          </a:p>
        </p:txBody>
      </p:sp>
      <p:pic>
        <p:nvPicPr>
          <p:cNvPr id="4" name="Content Placeholder 3" descr="Rapporthanter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96504" y="1600200"/>
            <a:ext cx="7350992" cy="4525963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Import/Export</a:t>
            </a:r>
            <a:endParaRPr lang="sv-S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v-SE" dirty="0" smtClean="0"/>
              <a:t>För varje typ av import/export som ska stödjas, byggs en importmotor/exportmotor. Dessa motsvaras av rader i IME_ImportEngine och EXE_ExportEngine.</a:t>
            </a:r>
          </a:p>
          <a:p>
            <a:pPr lvl="1"/>
            <a:r>
              <a:rPr lang="sv-SE" dirty="0" smtClean="0"/>
              <a:t>Idag finns importmotor/exportmotor för </a:t>
            </a:r>
            <a:r>
              <a:rPr lang="sv-SE" dirty="0" smtClean="0"/>
              <a:t>XML och IFC. Exportmotor för Excel är under utveckling.</a:t>
            </a:r>
            <a:endParaRPr lang="sv-SE" dirty="0" smtClean="0"/>
          </a:p>
          <a:p>
            <a:r>
              <a:rPr lang="sv-SE" dirty="0" smtClean="0"/>
              <a:t>En Import/Export-definition definierar hur data ska läsas/skrivas med hjälp av motorerna. Definitionerna är användarskapade.</a:t>
            </a:r>
          </a:p>
          <a:p>
            <a:r>
              <a:rPr lang="sv-SE" dirty="0" smtClean="0"/>
              <a:t>EXOT_ExportImportObjectType avgör vilka objekttyper som kan importeras/exporteras för en definition.</a:t>
            </a:r>
          </a:p>
          <a:p>
            <a:r>
              <a:rPr lang="sv-SE" dirty="0" smtClean="0"/>
              <a:t>EXOTR_ExportImportObjectTypeRelationship avgör vilka attribut som kan importeras/exporteras för en objekttyp. Attribut på samtliga nivåer kan ingå och även flervalsattribut.</a:t>
            </a:r>
          </a:p>
          <a:p>
            <a:r>
              <a:rPr lang="sv-SE" dirty="0" smtClean="0"/>
              <a:t>Import/export är oberoende av moduler så attribut som normalt inte är synliga i en modul kan exporteras.</a:t>
            </a:r>
          </a:p>
          <a:p>
            <a:endParaRPr lang="sv-SE" dirty="0" smtClean="0"/>
          </a:p>
          <a:p>
            <a:endParaRPr lang="sv-SE" dirty="0" smtClean="0"/>
          </a:p>
          <a:p>
            <a:endParaRPr lang="sv-SE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Import/Export</a:t>
            </a:r>
            <a:endParaRPr lang="sv-S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dirty="0" smtClean="0"/>
              <a:t>En ID-uppsättning innehåller ID:n för de objekt som exporteras/importeras för en eller flera definitioner.</a:t>
            </a:r>
          </a:p>
          <a:p>
            <a:pPr lvl="1"/>
            <a:r>
              <a:rPr lang="sv-SE" dirty="0" smtClean="0"/>
              <a:t>Ett objekt kan alltså vara mappat mot flera system och ha samma eller skilda Id:n i de olika systemen.</a:t>
            </a:r>
          </a:p>
          <a:p>
            <a:pPr lvl="1"/>
            <a:r>
              <a:rPr lang="sv-SE" dirty="0" smtClean="0"/>
              <a:t>Kan vara numeriska, alfanumeriska eller guid.</a:t>
            </a:r>
          </a:p>
          <a:p>
            <a:r>
              <a:rPr lang="sv-SE" dirty="0" smtClean="0"/>
              <a:t>Vid export av ett objekt som saknar import/export-Id, genereras detta.</a:t>
            </a:r>
          </a:p>
          <a:p>
            <a:r>
              <a:rPr lang="sv-SE" dirty="0" smtClean="0"/>
              <a:t>Vid import av ett objekt som saknar import/export-id, skapas detta utifrån importfilen.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Import/Export</a:t>
            </a:r>
            <a:endParaRPr lang="sv-SE" dirty="0"/>
          </a:p>
        </p:txBody>
      </p:sp>
      <p:pic>
        <p:nvPicPr>
          <p:cNvPr id="4" name="Content Placeholder 3" descr="ExportImpor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37648" y="1600200"/>
            <a:ext cx="5868704" cy="4525963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Kodstruktur</a:t>
            </a:r>
            <a:endParaRPr lang="sv-S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Beskrivning av begrepp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dirty="0" smtClean="0"/>
              <a:t>ParentScope</a:t>
            </a:r>
          </a:p>
          <a:p>
            <a:pPr lvl="1"/>
            <a:r>
              <a:rPr lang="sv-SE" dirty="0" smtClean="0"/>
              <a:t>Om en objekttyp är av typ ParentScope, innebär det att objekt av den objekttypen inte kan existera fristående utan alltid måste vara knutet till ett förälderobjekt.</a:t>
            </a:r>
          </a:p>
          <a:p>
            <a:pPr lvl="1"/>
            <a:r>
              <a:rPr lang="sv-SE" dirty="0" smtClean="0"/>
              <a:t>Attribut som är av ParentScope-typ är knutna till objekttyper av ParentScope-typ</a:t>
            </a:r>
          </a:p>
          <a:p>
            <a:pPr lvl="1"/>
            <a:r>
              <a:rPr lang="sv-SE" dirty="0" smtClean="0"/>
              <a:t>Exempel på ParentScope-objekttyper är anteckningar, anmärkningar etc.</a:t>
            </a:r>
          </a:p>
          <a:p>
            <a:pPr lvl="1"/>
            <a:r>
              <a:rPr lang="sv-SE" dirty="0" smtClean="0"/>
              <a:t>ParentScope-objekttyper visas inte i de vanliga objektlistorna utan endast som attribut på förälderobjekten.</a:t>
            </a:r>
            <a:endParaRPr lang="sv-SE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Beskrivning av begrepp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smtClean="0"/>
              <a:t>IdAttribut</a:t>
            </a:r>
          </a:p>
          <a:p>
            <a:pPr lvl="1"/>
            <a:r>
              <a:rPr lang="sv-SE" dirty="0" smtClean="0"/>
              <a:t>För objekt som har en räknare som ID är det möjligt att låta ett av objektets attribut vara det som visas som rubrik för objektet.</a:t>
            </a:r>
          </a:p>
          <a:p>
            <a:endParaRPr lang="sv-SE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Integration med CAD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smtClean="0"/>
              <a:t>Vad ska kunna göras från CAD?</a:t>
            </a:r>
          </a:p>
          <a:p>
            <a:r>
              <a:rPr lang="sv-SE" dirty="0" smtClean="0"/>
              <a:t>Hur ska åtkomsten ske?</a:t>
            </a:r>
          </a:p>
          <a:p>
            <a:pPr lvl="1"/>
            <a:r>
              <a:rPr lang="sv-SE" dirty="0" smtClean="0"/>
              <a:t>WebServices?</a:t>
            </a:r>
          </a:p>
          <a:p>
            <a:pPr lvl="1"/>
            <a:r>
              <a:rPr lang="sv-SE" dirty="0" smtClean="0"/>
              <a:t>Annat?</a:t>
            </a:r>
            <a:endParaRPr lang="sv-S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9686CA145ED943AB2C6B71A580B546" ma:contentTypeVersion="18" ma:contentTypeDescription="Create a new document." ma:contentTypeScope="" ma:versionID="c31fbe86fe0f78261adcf21fec9876f9">
  <xsd:schema xmlns:xsd="http://www.w3.org/2001/XMLSchema" xmlns:xs="http://www.w3.org/2001/XMLSchema" xmlns:p="http://schemas.microsoft.com/office/2006/metadata/properties" xmlns:ns2="6772ce49-4a70-48aa-9b3c-4d685ed66d06" xmlns:ns3="29598f2a-481a-4d64-8176-4d371d9dd486" targetNamespace="http://schemas.microsoft.com/office/2006/metadata/properties" ma:root="true" ma:fieldsID="5ee6dd419f82d913f12e93a280742368" ns2:_="" ns3:_="">
    <xsd:import namespace="6772ce49-4a70-48aa-9b3c-4d685ed66d06"/>
    <xsd:import namespace="29598f2a-481a-4d64-8176-4d371d9dd48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72ce49-4a70-48aa-9b3c-4d685ed66d0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Spara ID" ma:description="Behåll ID vid tillägg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598f2a-481a-4d64-8176-4d371d9dd4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9B7C9E07939D147A34C3C3002BE5358" ma:contentTypeVersion="9" ma:contentTypeDescription="Skapa ett nytt dokument." ma:contentTypeScope="" ma:versionID="3bd60cebe762a0b50c869f1277fd6cf3">
  <xsd:schema xmlns:xsd="http://www.w3.org/2001/XMLSchema" xmlns:xs="http://www.w3.org/2001/XMLSchema" xmlns:p="http://schemas.microsoft.com/office/2006/metadata/properties" xmlns:ns2="ac436880-d54c-4435-9580-afe45f3bc38c" targetNamespace="http://schemas.microsoft.com/office/2006/metadata/properties" ma:root="true" ma:fieldsID="afd1195884e75a4e2cad780b08822209" ns2:_="">
    <xsd:import namespace="ac436880-d54c-4435-9580-afe45f3bc3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436880-d54c-4435-9580-afe45f3bc3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C5C16A-22A9-4EA4-956F-1DD6B62D16D8}"/>
</file>

<file path=customXml/itemProps2.xml><?xml version="1.0" encoding="utf-8"?>
<ds:datastoreItem xmlns:ds="http://schemas.openxmlformats.org/officeDocument/2006/customXml" ds:itemID="{F7619D33-81AE-4613-A732-62E343C6ABDB}"/>
</file>

<file path=customXml/itemProps3.xml><?xml version="1.0" encoding="utf-8"?>
<ds:datastoreItem xmlns:ds="http://schemas.openxmlformats.org/officeDocument/2006/customXml" ds:itemID="{E49D3FE6-F2D1-4A16-BBF3-E9414E7BCAE8}"/>
</file>

<file path=customXml/itemProps4.xml><?xml version="1.0" encoding="utf-8"?>
<ds:datastoreItem xmlns:ds="http://schemas.openxmlformats.org/officeDocument/2006/customXml" ds:itemID="{B7BF6782-2794-4F1F-BA1D-1FF2D602F8AD}"/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968</Words>
  <Application>Microsoft Office PowerPoint</Application>
  <PresentationFormat>On-screen Show (4:3)</PresentationFormat>
  <Paragraphs>111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Databasstruktur</vt:lpstr>
      <vt:lpstr>Strukturtabeller</vt:lpstr>
      <vt:lpstr>Strukturtabeller</vt:lpstr>
      <vt:lpstr>Strukturtabeller</vt:lpstr>
      <vt:lpstr>Objekttabeller</vt:lpstr>
      <vt:lpstr>Objekttabeller</vt:lpstr>
      <vt:lpstr>Versionshantering</vt:lpstr>
      <vt:lpstr>Versionshantering</vt:lpstr>
      <vt:lpstr>Versionshantering</vt:lpstr>
      <vt:lpstr>Versionshantering</vt:lpstr>
      <vt:lpstr>Vyhantering</vt:lpstr>
      <vt:lpstr>Vyhantering</vt:lpstr>
      <vt:lpstr>Rapporthantering</vt:lpstr>
      <vt:lpstr>Rapporthantering</vt:lpstr>
      <vt:lpstr>Import/Export</vt:lpstr>
      <vt:lpstr>Import/Export</vt:lpstr>
      <vt:lpstr>Import/Export</vt:lpstr>
      <vt:lpstr>Kodstruktur</vt:lpstr>
      <vt:lpstr>Beskrivning av begrepp</vt:lpstr>
      <vt:lpstr>Beskrivning av begrepp</vt:lpstr>
      <vt:lpstr>Integration med CAD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Databasstruktur</dc:title>
  <dc:creator>Daniel Gidlöf</dc:creator>
  <cp:lastModifiedBy>Windows User</cp:lastModifiedBy>
  <cp:revision>48</cp:revision>
  <dcterms:created xsi:type="dcterms:W3CDTF">2006-08-16T00:00:00Z</dcterms:created>
  <dcterms:modified xsi:type="dcterms:W3CDTF">2009-10-20T11:33:55Z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0x010100B9B7C9E07939D147A34C3C3002BE5358</vt:lpwstr>
  </property>
  <property fmtid="{D5CDD505-2E9C-101B-9397-08002B2CF9AE}" pid="3" name="_dlc_DocIdItemGuid">
    <vt:lpwstr>b9c06bdf-9070-48e1-9d62-cb8c1ad6e1d2</vt:lpwstr>
  </property>
</Properties>
</file>