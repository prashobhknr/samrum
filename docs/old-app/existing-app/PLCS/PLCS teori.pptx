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64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439D-3EFD-2AB3-E923-3502F499A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7E059-B348-D0C0-26E3-59ED3331C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B992B-5EA7-6D5B-FE88-A8138E379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407BA-6961-C6E5-4B64-6204D074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0329-7562-1212-B46A-E6B345F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1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5A3B-75BA-0484-9EF2-1A17D38C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60654-B16F-EE09-E9BC-41055DC3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AEE5D-BD2B-09A7-1F17-3E13EF75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F651B-CB61-349C-C1A6-29528757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A10A8-C0B4-4913-DC98-5D5D86FD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31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826B5-F0C9-C040-C6AF-00B01E9F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02FC7-79A8-1A6E-F9E8-7859C1463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1C473-6219-B6EE-454C-6B2643E2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C2299-DFF7-06FA-1B62-C83DF688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4411B-435A-2AB8-8CEA-87E58A11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4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4818-1771-57D6-0E4B-29EAEEA7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9590-358A-E959-C19E-424A55FB9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9AA21-054E-335C-4B6E-615DFA35D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3B5E6-2D43-F4CC-F159-6D91F970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5CA07-960D-43B9-89A2-E737E22B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68454-A5B4-DB45-1346-05F07417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1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CE39-BD9B-891E-3DD3-84168848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3E3CB-27DA-6AC4-3F5C-FD5FD914D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D4892-07CC-7546-1E16-809A4EA0C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D019B2-904D-B21D-3E60-3297447F9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0564F-1315-B884-B389-3CACE4385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BBD72-D201-9994-F8A1-31C26C8F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F1F1A1-C641-F443-BAC1-A039447F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B5348-87CB-30FE-0FB6-4DBFDD6B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1ABD-F896-BB82-A095-6CF50F385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D423D-A9C3-C814-405F-1D07C11C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3358D-9ADB-69FB-C793-173F4A6C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C28D3-E08B-076D-52BA-CFEF052B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2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DF3C83-4F99-4CE4-6E13-C88EDBB9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0BE84-8832-764F-03DB-B2E37B93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32D4B-2471-277A-C08C-0657B9B1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7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D3B59-4E47-7F77-3371-2F31F243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84912-80B8-A66D-3E05-0E14E3A3D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57CF4-5D42-2A68-F24E-D0A19F038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7DF94-4DBB-C2F4-A1FC-0BA2A695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77E91-4C84-F398-DD99-E96A8B2F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A88C3-2D48-540C-9E6E-BCE16E42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3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BBD3-2630-A00C-122F-CF27683D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9F824-50FD-AD1C-9940-4B86F421A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0D058-E187-A1D6-9EF1-E1250F47E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AE959-106A-F447-F9C9-4F31C1C8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517D9-21C4-87F9-C8CE-5D7EE007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EEF05-154C-CF5A-4D93-974D128F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1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251C-DE7E-4A8E-6B69-F5009FB1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ED99E-8157-4A31-E435-93C1E692E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A6496-2751-EE0F-79E1-E77B7183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57CB0-6296-59DD-F4A4-E009228C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46F8B-A563-3BFB-9649-01353D65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0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BDCD1D-93A0-3A59-741E-B43A77988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FD4E8-93E7-B668-1F2C-3A8E11C51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F3DB7-EDCA-0021-9137-24688E2A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B965F-ACDE-B191-483C-272629076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1C630-2E7E-EB4F-EADD-6D50809E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1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E7A38A-1FE2-D70F-518C-CD245C69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2AD67-09FC-B14D-6861-2FF659D82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8C78-CE39-0320-E60D-DB5168DA8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1AB1A-6FD9-4D9D-8EF6-0661075B59E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9FBA3-751A-AB43-FB66-1DFC22E52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1DAF8-A30A-BD71-252D-821CE127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E8F75-8B79-4477-A068-FEA172D8D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8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246B04-1CBE-4E20-129C-F0056FD9BFE4}"/>
              </a:ext>
            </a:extLst>
          </p:cNvPr>
          <p:cNvSpPr/>
          <p:nvPr/>
        </p:nvSpPr>
        <p:spPr>
          <a:xfrm>
            <a:off x="3804329" y="2377873"/>
            <a:ext cx="2702560" cy="24722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DesignObjekt</a:t>
            </a:r>
            <a:endParaRPr lang="en-US" dirty="0"/>
          </a:p>
          <a:p>
            <a:pPr algn="ctr"/>
            <a:r>
              <a:rPr lang="en-US" dirty="0"/>
              <a:t>(definition)</a:t>
            </a:r>
          </a:p>
          <a:p>
            <a:pPr algn="ctr"/>
            <a:r>
              <a:rPr lang="en-US" dirty="0"/>
              <a:t>Reference Designation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F1D4F8-8822-6428-835F-0936BCD4F2C4}"/>
              </a:ext>
            </a:extLst>
          </p:cNvPr>
          <p:cNvSpPr/>
          <p:nvPr/>
        </p:nvSpPr>
        <p:spPr>
          <a:xfrm>
            <a:off x="6958540" y="603115"/>
            <a:ext cx="2334638" cy="212063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 definition</a:t>
            </a:r>
          </a:p>
          <a:p>
            <a:pPr algn="ctr"/>
            <a:r>
              <a:rPr lang="en-US" dirty="0"/>
              <a:t>(definition)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8B2BEAC1-C493-593B-5768-CDD9FA11F76E}"/>
              </a:ext>
            </a:extLst>
          </p:cNvPr>
          <p:cNvCxnSpPr>
            <a:stCxn id="4" idx="7"/>
            <a:endCxn id="5" idx="1"/>
          </p:cNvCxnSpPr>
          <p:nvPr/>
        </p:nvCxnSpPr>
        <p:spPr>
          <a:xfrm rot="5400000" flipH="1" flipV="1">
            <a:off x="5792647" y="1232135"/>
            <a:ext cx="1826254" cy="1189332"/>
          </a:xfrm>
          <a:prstGeom prst="curvedConnector3">
            <a:avLst>
              <a:gd name="adj1" fmla="val 9365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DAF322-AA85-A929-B6A7-EBA4951576E1}"/>
              </a:ext>
            </a:extLst>
          </p:cNvPr>
          <p:cNvSpPr txBox="1"/>
          <p:nvPr/>
        </p:nvSpPr>
        <p:spPr>
          <a:xfrm>
            <a:off x="4876731" y="515536"/>
            <a:ext cx="246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Teoretiskt</a:t>
            </a:r>
            <a:r>
              <a:rPr lang="en-US" dirty="0"/>
              <a:t> </a:t>
            </a:r>
            <a:r>
              <a:rPr lang="en-US" dirty="0" err="1"/>
              <a:t>Realiserat</a:t>
            </a:r>
            <a:r>
              <a:rPr lang="en-US" dirty="0"/>
              <a:t> av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E4F83D-8BA4-9446-900E-781E9645AF98}"/>
              </a:ext>
            </a:extLst>
          </p:cNvPr>
          <p:cNvSpPr/>
          <p:nvPr/>
        </p:nvSpPr>
        <p:spPr>
          <a:xfrm>
            <a:off x="8125859" y="4046707"/>
            <a:ext cx="2457856" cy="241245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Fysikal</a:t>
            </a:r>
            <a:r>
              <a:rPr lang="en-US" dirty="0"/>
              <a:t> Thing</a:t>
            </a:r>
          </a:p>
          <a:p>
            <a:pPr algn="ctr"/>
            <a:r>
              <a:rPr lang="en-US" dirty="0"/>
              <a:t>(Kickable)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2CB7E32-6D3C-BEFC-5BD2-04F81AA5AFAB}"/>
              </a:ext>
            </a:extLst>
          </p:cNvPr>
          <p:cNvCxnSpPr>
            <a:cxnSpLocks/>
            <a:stCxn id="4" idx="5"/>
            <a:endCxn id="11" idx="3"/>
          </p:cNvCxnSpPr>
          <p:nvPr/>
        </p:nvCxnSpPr>
        <p:spPr>
          <a:xfrm rot="16200000" flipH="1">
            <a:off x="6489564" y="4109629"/>
            <a:ext cx="1617785" cy="2374696"/>
          </a:xfrm>
          <a:prstGeom prst="curvedConnector3">
            <a:avLst>
              <a:gd name="adj1" fmla="val 135969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BDAAD5-6AEF-78E8-854C-18A22C34B2CC}"/>
              </a:ext>
            </a:extLst>
          </p:cNvPr>
          <p:cNvSpPr txBox="1"/>
          <p:nvPr/>
        </p:nvSpPr>
        <p:spPr>
          <a:xfrm>
            <a:off x="6958540" y="6266482"/>
            <a:ext cx="2004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Fysiskt</a:t>
            </a:r>
            <a:r>
              <a:rPr lang="en-US" dirty="0"/>
              <a:t> </a:t>
            </a:r>
            <a:r>
              <a:rPr lang="en-US" dirty="0" err="1"/>
              <a:t>reliserat</a:t>
            </a:r>
            <a:r>
              <a:rPr lang="en-US" dirty="0"/>
              <a:t> av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5A3231E-470F-7787-22C3-954B148825C2}"/>
              </a:ext>
            </a:extLst>
          </p:cNvPr>
          <p:cNvCxnSpPr>
            <a:cxnSpLocks/>
            <a:stCxn id="11" idx="0"/>
            <a:endCxn id="5" idx="5"/>
          </p:cNvCxnSpPr>
          <p:nvPr/>
        </p:nvCxnSpPr>
        <p:spPr>
          <a:xfrm rot="16200000" flipV="1">
            <a:off x="8336273" y="3028192"/>
            <a:ext cx="1633521" cy="40350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E01FD2C-4540-BF2D-ECB0-A529CA868D1F}"/>
              </a:ext>
            </a:extLst>
          </p:cNvPr>
          <p:cNvSpPr txBox="1"/>
          <p:nvPr/>
        </p:nvSpPr>
        <p:spPr>
          <a:xfrm>
            <a:off x="8963512" y="240522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definition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012E2-CB78-3BF4-03E2-13637A0F78D1}"/>
              </a:ext>
            </a:extLst>
          </p:cNvPr>
          <p:cNvSpPr txBox="1"/>
          <p:nvPr/>
        </p:nvSpPr>
        <p:spPr>
          <a:xfrm>
            <a:off x="10130831" y="6178158"/>
            <a:ext cx="194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Egen</a:t>
            </a:r>
            <a:r>
              <a:rPr lang="en-US" dirty="0"/>
              <a:t> </a:t>
            </a:r>
            <a:r>
              <a:rPr lang="en-US" dirty="0" err="1"/>
              <a:t>livscykel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A855BA-5A9F-B6B3-0431-820A1EF8F349}"/>
              </a:ext>
            </a:extLst>
          </p:cNvPr>
          <p:cNvSpPr txBox="1"/>
          <p:nvPr/>
        </p:nvSpPr>
        <p:spPr>
          <a:xfrm>
            <a:off x="8756647" y="374660"/>
            <a:ext cx="194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Egen</a:t>
            </a:r>
            <a:r>
              <a:rPr lang="en-US" dirty="0"/>
              <a:t> </a:t>
            </a:r>
            <a:r>
              <a:rPr lang="en-US" dirty="0" err="1"/>
              <a:t>livscykel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4FDDAC-15DB-5E2E-24CD-0DD2D723160C}"/>
              </a:ext>
            </a:extLst>
          </p:cNvPr>
          <p:cNvSpPr txBox="1"/>
          <p:nvPr/>
        </p:nvSpPr>
        <p:spPr>
          <a:xfrm>
            <a:off x="4222142" y="4883604"/>
            <a:ext cx="194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Egen</a:t>
            </a:r>
            <a:r>
              <a:rPr lang="en-US" dirty="0"/>
              <a:t> </a:t>
            </a:r>
            <a:r>
              <a:rPr lang="en-US" dirty="0" err="1"/>
              <a:t>livscykel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6D591B-81A9-B880-7350-CFEB5E80A2AE}"/>
              </a:ext>
            </a:extLst>
          </p:cNvPr>
          <p:cNvSpPr/>
          <p:nvPr/>
        </p:nvSpPr>
        <p:spPr>
          <a:xfrm>
            <a:off x="1597316" y="291103"/>
            <a:ext cx="700391" cy="62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749CDF2-DFAF-4EB4-C8BB-E280FD230BFB}"/>
              </a:ext>
            </a:extLst>
          </p:cNvPr>
          <p:cNvSpPr/>
          <p:nvPr/>
        </p:nvSpPr>
        <p:spPr>
          <a:xfrm>
            <a:off x="592650" y="1352144"/>
            <a:ext cx="700391" cy="62257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Func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C234EE-715C-965D-3BE6-DD09237D1761}"/>
              </a:ext>
            </a:extLst>
          </p:cNvPr>
          <p:cNvSpPr/>
          <p:nvPr/>
        </p:nvSpPr>
        <p:spPr>
          <a:xfrm>
            <a:off x="1597317" y="1371519"/>
            <a:ext cx="700391" cy="62257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2C6A02-63D3-76FC-115C-EE2A8528CB71}"/>
              </a:ext>
            </a:extLst>
          </p:cNvPr>
          <p:cNvSpPr/>
          <p:nvPr/>
        </p:nvSpPr>
        <p:spPr>
          <a:xfrm>
            <a:off x="2593685" y="1417702"/>
            <a:ext cx="700391" cy="62257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690416-6048-1D6D-55B7-C57D1962EAC6}"/>
              </a:ext>
            </a:extLst>
          </p:cNvPr>
          <p:cNvSpPr/>
          <p:nvPr/>
        </p:nvSpPr>
        <p:spPr>
          <a:xfrm>
            <a:off x="-12970" y="2278605"/>
            <a:ext cx="700391" cy="62257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D044FA-1B3C-9D9F-7EE3-3D56630AF0A0}"/>
              </a:ext>
            </a:extLst>
          </p:cNvPr>
          <p:cNvSpPr/>
          <p:nvPr/>
        </p:nvSpPr>
        <p:spPr>
          <a:xfrm>
            <a:off x="1123717" y="2278605"/>
            <a:ext cx="700391" cy="62257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C68898C-B084-A61A-BF32-3437BDB7F160}"/>
              </a:ext>
            </a:extLst>
          </p:cNvPr>
          <p:cNvSpPr/>
          <p:nvPr/>
        </p:nvSpPr>
        <p:spPr>
          <a:xfrm>
            <a:off x="1184913" y="3302720"/>
            <a:ext cx="700391" cy="62257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4107554-7414-F761-98C4-5202ACCFCA4C}"/>
              </a:ext>
            </a:extLst>
          </p:cNvPr>
          <p:cNvCxnSpPr>
            <a:stCxn id="23" idx="3"/>
            <a:endCxn id="24" idx="7"/>
          </p:cNvCxnSpPr>
          <p:nvPr/>
        </p:nvCxnSpPr>
        <p:spPr>
          <a:xfrm flipH="1">
            <a:off x="1190471" y="822501"/>
            <a:ext cx="509415" cy="620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5D3DEA-E1BB-8CBC-A5B8-5D32058CEB85}"/>
              </a:ext>
            </a:extLst>
          </p:cNvPr>
          <p:cNvCxnSpPr>
            <a:cxnSpLocks/>
            <a:stCxn id="24" idx="3"/>
            <a:endCxn id="27" idx="7"/>
          </p:cNvCxnSpPr>
          <p:nvPr/>
        </p:nvCxnSpPr>
        <p:spPr>
          <a:xfrm flipH="1">
            <a:off x="584851" y="1883542"/>
            <a:ext cx="110369" cy="486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8ACDB2F-0954-809C-FDAC-CE709F32357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070063" y="1994089"/>
            <a:ext cx="156224" cy="375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AC9058C-DA7F-1554-1088-B593BB230671}"/>
              </a:ext>
            </a:extLst>
          </p:cNvPr>
          <p:cNvCxnSpPr>
            <a:cxnSpLocks/>
            <a:stCxn id="28" idx="4"/>
            <a:endCxn id="29" idx="0"/>
          </p:cNvCxnSpPr>
          <p:nvPr/>
        </p:nvCxnSpPr>
        <p:spPr>
          <a:xfrm>
            <a:off x="1473913" y="2901176"/>
            <a:ext cx="61196" cy="401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7C9FB604-39F0-605C-CBE0-B2C73D7C4CD8}"/>
              </a:ext>
            </a:extLst>
          </p:cNvPr>
          <p:cNvSpPr/>
          <p:nvPr/>
        </p:nvSpPr>
        <p:spPr>
          <a:xfrm>
            <a:off x="298298" y="3304520"/>
            <a:ext cx="700391" cy="62257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62B054-0879-35AA-FB14-A441FDE8EC7E}"/>
              </a:ext>
            </a:extLst>
          </p:cNvPr>
          <p:cNvCxnSpPr>
            <a:cxnSpLocks/>
            <a:stCxn id="28" idx="4"/>
            <a:endCxn id="41" idx="7"/>
          </p:cNvCxnSpPr>
          <p:nvPr/>
        </p:nvCxnSpPr>
        <p:spPr>
          <a:xfrm flipH="1">
            <a:off x="896119" y="2901176"/>
            <a:ext cx="577794" cy="494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27699440-F32B-962E-F6B9-D0DE6D85FA82}"/>
              </a:ext>
            </a:extLst>
          </p:cNvPr>
          <p:cNvSpPr/>
          <p:nvPr/>
        </p:nvSpPr>
        <p:spPr>
          <a:xfrm>
            <a:off x="326814" y="2061272"/>
            <a:ext cx="1189332" cy="2173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66331A8-A571-C05B-6E24-DC27AFB60AB2}"/>
              </a:ext>
            </a:extLst>
          </p:cNvPr>
          <p:cNvSpPr/>
          <p:nvPr/>
        </p:nvSpPr>
        <p:spPr>
          <a:xfrm>
            <a:off x="758179" y="2992349"/>
            <a:ext cx="1189332" cy="2173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11FBD22-4EED-9625-7D4F-9C90836B5E92}"/>
              </a:ext>
            </a:extLst>
          </p:cNvPr>
          <p:cNvCxnSpPr>
            <a:cxnSpLocks/>
          </p:cNvCxnSpPr>
          <p:nvPr/>
        </p:nvCxnSpPr>
        <p:spPr>
          <a:xfrm>
            <a:off x="1947511" y="884868"/>
            <a:ext cx="1" cy="457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09F3FAB-3C52-0E19-5C16-223AF2CE73AC}"/>
              </a:ext>
            </a:extLst>
          </p:cNvPr>
          <p:cNvCxnSpPr>
            <a:cxnSpLocks/>
            <a:stCxn id="23" idx="5"/>
            <a:endCxn id="26" idx="1"/>
          </p:cNvCxnSpPr>
          <p:nvPr/>
        </p:nvCxnSpPr>
        <p:spPr>
          <a:xfrm>
            <a:off x="2195137" y="822501"/>
            <a:ext cx="501118" cy="686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1D54E2AD-BC80-591B-CE8A-3EDA707FFF98}"/>
              </a:ext>
            </a:extLst>
          </p:cNvPr>
          <p:cNvCxnSpPr>
            <a:cxnSpLocks/>
            <a:stCxn id="4" idx="3"/>
            <a:endCxn id="29" idx="5"/>
          </p:cNvCxnSpPr>
          <p:nvPr/>
        </p:nvCxnSpPr>
        <p:spPr>
          <a:xfrm rot="5400000" flipH="1">
            <a:off x="2664438" y="2952414"/>
            <a:ext cx="653967" cy="2417376"/>
          </a:xfrm>
          <a:prstGeom prst="curvedConnector3">
            <a:avLst>
              <a:gd name="adj1" fmla="val -90319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hought Bubble: Cloud 56">
            <a:extLst>
              <a:ext uri="{FF2B5EF4-FFF2-40B4-BE49-F238E27FC236}">
                <a16:creationId xmlns:a16="http://schemas.microsoft.com/office/drawing/2014/main" id="{A392403B-02A6-E05D-AB8B-F7168AA4C2D8}"/>
              </a:ext>
            </a:extLst>
          </p:cNvPr>
          <p:cNvSpPr/>
          <p:nvPr/>
        </p:nvSpPr>
        <p:spPr>
          <a:xfrm>
            <a:off x="2124232" y="4295727"/>
            <a:ext cx="1555487" cy="110882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Design</a:t>
            </a:r>
          </a:p>
          <a:p>
            <a:pPr algn="ctr"/>
            <a:r>
              <a:rPr lang="en-US" dirty="0"/>
              <a:t>process</a:t>
            </a:r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28B31082-BD9D-0878-453D-3EB7D2AA06AE}"/>
              </a:ext>
            </a:extLst>
          </p:cNvPr>
          <p:cNvCxnSpPr>
            <a:cxnSpLocks/>
            <a:stCxn id="4" idx="2"/>
            <a:endCxn id="26" idx="4"/>
          </p:cNvCxnSpPr>
          <p:nvPr/>
        </p:nvCxnSpPr>
        <p:spPr>
          <a:xfrm rot="10800000">
            <a:off x="2943881" y="2040273"/>
            <a:ext cx="860448" cy="1573734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D3F556A2-B0DB-1CED-A7CC-56E44069C5E5}"/>
              </a:ext>
            </a:extLst>
          </p:cNvPr>
          <p:cNvCxnSpPr>
            <a:cxnSpLocks/>
            <a:stCxn id="4" idx="2"/>
            <a:endCxn id="25" idx="4"/>
          </p:cNvCxnSpPr>
          <p:nvPr/>
        </p:nvCxnSpPr>
        <p:spPr>
          <a:xfrm rot="10800000">
            <a:off x="1947513" y="1994091"/>
            <a:ext cx="1856816" cy="1619917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Arrow: Up 65">
            <a:extLst>
              <a:ext uri="{FF2B5EF4-FFF2-40B4-BE49-F238E27FC236}">
                <a16:creationId xmlns:a16="http://schemas.microsoft.com/office/drawing/2014/main" id="{102EADEB-4AE6-04C7-93C8-9053C101E426}"/>
              </a:ext>
            </a:extLst>
          </p:cNvPr>
          <p:cNvSpPr/>
          <p:nvPr/>
        </p:nvSpPr>
        <p:spPr>
          <a:xfrm>
            <a:off x="3981876" y="401351"/>
            <a:ext cx="782668" cy="75624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2244DE-5BA1-1EB5-FB2C-C29F4368723C}"/>
              </a:ext>
            </a:extLst>
          </p:cNvPr>
          <p:cNvSpPr txBox="1"/>
          <p:nvPr/>
        </p:nvSpPr>
        <p:spPr>
          <a:xfrm>
            <a:off x="3406057" y="90792"/>
            <a:ext cx="106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Förmåga</a:t>
            </a:r>
            <a:endParaRPr lang="en-US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15447CA-6CE2-1EF3-7663-890FB6C79AE4}"/>
              </a:ext>
            </a:extLst>
          </p:cNvPr>
          <p:cNvSpPr/>
          <p:nvPr/>
        </p:nvSpPr>
        <p:spPr>
          <a:xfrm>
            <a:off x="3790474" y="1241344"/>
            <a:ext cx="1189332" cy="2173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TS</a:t>
            </a:r>
          </a:p>
        </p:txBody>
      </p:sp>
      <p:sp>
        <p:nvSpPr>
          <p:cNvPr id="70" name="Arrow: Up 69">
            <a:extLst>
              <a:ext uri="{FF2B5EF4-FFF2-40B4-BE49-F238E27FC236}">
                <a16:creationId xmlns:a16="http://schemas.microsoft.com/office/drawing/2014/main" id="{5EB6702C-4F82-1306-BEED-DF7C650AD5FF}"/>
              </a:ext>
            </a:extLst>
          </p:cNvPr>
          <p:cNvSpPr/>
          <p:nvPr/>
        </p:nvSpPr>
        <p:spPr>
          <a:xfrm rot="10800000">
            <a:off x="3981607" y="1546202"/>
            <a:ext cx="782668" cy="75624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002BA3-0CCC-581F-AFE4-491CAD87F3C8}"/>
              </a:ext>
            </a:extLst>
          </p:cNvPr>
          <p:cNvSpPr txBox="1"/>
          <p:nvPr/>
        </p:nvSpPr>
        <p:spPr>
          <a:xfrm>
            <a:off x="4717225" y="1586543"/>
            <a:ext cx="2457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Krav på </a:t>
            </a:r>
            <a:br>
              <a:rPr lang="en-US" dirty="0"/>
            </a:br>
            <a:r>
              <a:rPr lang="en-US" dirty="0" err="1"/>
              <a:t>funktion</a:t>
            </a:r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09BCCE8-D600-92BA-5666-E9CD97A0A7FE}"/>
              </a:ext>
            </a:extLst>
          </p:cNvPr>
          <p:cNvSpPr/>
          <p:nvPr/>
        </p:nvSpPr>
        <p:spPr>
          <a:xfrm>
            <a:off x="8795287" y="3832763"/>
            <a:ext cx="2457856" cy="241245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Fysikal</a:t>
            </a:r>
            <a:r>
              <a:rPr lang="en-US" dirty="0"/>
              <a:t> Thing</a:t>
            </a:r>
          </a:p>
          <a:p>
            <a:pPr algn="ctr"/>
            <a:r>
              <a:rPr lang="en-US" dirty="0"/>
              <a:t>(Kickable)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B32CD2D-255C-6F6C-EAC3-4FC781C7650D}"/>
              </a:ext>
            </a:extLst>
          </p:cNvPr>
          <p:cNvSpPr/>
          <p:nvPr/>
        </p:nvSpPr>
        <p:spPr>
          <a:xfrm>
            <a:off x="9464715" y="3618819"/>
            <a:ext cx="2457856" cy="241245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Fysikal</a:t>
            </a:r>
            <a:r>
              <a:rPr lang="en-US" dirty="0"/>
              <a:t> Thing</a:t>
            </a:r>
          </a:p>
          <a:p>
            <a:pPr algn="ctr"/>
            <a:r>
              <a:rPr lang="en-US" dirty="0"/>
              <a:t>(Kickable)</a:t>
            </a:r>
          </a:p>
        </p:txBody>
      </p:sp>
    </p:spTree>
    <p:extLst>
      <p:ext uri="{BB962C8B-B14F-4D97-AF65-F5344CB8AC3E}">
        <p14:creationId xmlns:p14="http://schemas.microsoft.com/office/powerpoint/2010/main" val="1766495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Torbjörn Holm</dc:creator>
  <cp:lastModifiedBy>Torbjörn Holm</cp:lastModifiedBy>
  <cp:revision>1</cp:revision>
  <dcterms:created xsi:type="dcterms:W3CDTF">2024-02-13T12:13:43Z</dcterms:created>
  <dcterms:modified xsi:type="dcterms:W3CDTF">2024-02-13T12:45:37Z</dcterms:modified>
</cp:coreProperties>
</file>